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F40E35-70B0-427A-9870-6624BB9B5CC0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483430-6C57-4605-9E66-24AEF72625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19900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483430-6C57-4605-9E66-24AEF7262527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31183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7834A-2CC6-829E-218B-BD7C50C34B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76E5FE-B417-BCDD-A3B5-A759DED037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9D6408-D73B-1BA9-8267-5C5EA8AC27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44F5A-C51B-40F7-87FA-44BBF40B156A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C5E195-5A0B-CB75-070F-F22DBE911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3954DB-7D00-5852-4740-5F82C667A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8B2A8-068F-4305-BCFF-D791696DD4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44322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59182-54C7-8199-539C-4965DC4181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D0BD8B-B8C4-7947-28D9-8E41B0ADFF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529820-E879-D8A2-CA86-294BA0BA7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44F5A-C51B-40F7-87FA-44BBF40B156A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19DACE-55F1-6605-0F6C-7C049C96C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6616BA-B005-1E06-40CD-6A6940737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8B2A8-068F-4305-BCFF-D791696DD4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562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8077A-CACD-D4D5-281C-B46DF36E7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732AA2-6258-98A9-AE3A-CF44A7E2D0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A3D25C-0BCD-2B95-D82E-1B874625C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44F5A-C51B-40F7-87FA-44BBF40B156A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CB6794-71F1-1F6D-DF7E-1D104DEE73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5B0256-EE39-6840-5C76-A3C9E41A8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8B2A8-068F-4305-BCFF-D791696DD4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68079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4BB53-9309-63CF-18A8-F8BDF7DE1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D9BA8C-E276-7450-7245-C11ED7CD9E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BCBB04-BF14-1CE6-5CAE-E92E18192D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55DBF7-A551-54E7-AAE8-57693153C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44F5A-C51B-40F7-87FA-44BBF40B156A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17F2EF-B4FA-5651-34D4-C1B6DD993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3877E1-BC4F-0513-3BFD-7BB79BEA1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8B2A8-068F-4305-BCFF-D791696DD4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36950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10C7C-B2CD-E369-61C2-A2940632B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CC6E55-80E7-FF44-8311-C83D03E972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495C8A-D564-43E3-9099-C35176DDE7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C0193A-DF86-6CA8-309A-7F726F6B41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66BAAF-04C2-4833-134C-05F5B01F0D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DD4E936-6087-079E-84D3-30A24D891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44F5A-C51B-40F7-87FA-44BBF40B156A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804780-8DAA-6E68-6FFB-35BC1F99D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844CE57-7386-BF65-3C83-3B5CF082B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8B2A8-068F-4305-BCFF-D791696DD4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71641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47628-F756-6A9B-BC38-22528B917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1F6D5C-98AF-7543-E381-BC81B9399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44F5A-C51B-40F7-87FA-44BBF40B156A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64639E-77F4-7F85-E70E-641240136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65DC38-47F4-E215-0C13-F825401C3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8B2A8-068F-4305-BCFF-D791696DD4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87637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6795AD-FEB8-FD4F-09A4-CCFF5BF14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44F5A-C51B-40F7-87FA-44BBF40B156A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715222-D559-BE63-85E7-98C937751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F69212-E0E2-3516-00F0-460BFD302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8B2A8-068F-4305-BCFF-D791696DD4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0096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97FB6-27B0-AF11-2A0B-286080B5D6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2517D8-2AAC-2D8E-1ACD-FCC4573E29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7C3339-9A9B-613C-BC60-55E2E396F5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73312B-8976-9A17-6154-577B7986D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44F5A-C51B-40F7-87FA-44BBF40B156A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2DD0AD-2F80-463C-B6FF-BC9EFA73B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172726-D106-EE89-8CCC-41D947BBC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8B2A8-068F-4305-BCFF-D791696DD4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76689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D0928-9FC9-9A05-B88E-460009744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38135B3-079A-DCF0-2E36-56C2C4E306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D0620D-58B2-1241-CB4B-D554E2457C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D0756A-F063-65E4-53E9-BEC2C34FAC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44F5A-C51B-40F7-87FA-44BBF40B156A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1708BA-F983-703F-416C-64EA5C8CFF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2DFEEA-E440-0B0C-22FA-13CC8CB8B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8B2A8-068F-4305-BCFF-D791696DD4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78976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F79315-05A0-8E88-C0B1-5A7482112F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4E75C7-AC90-EA6A-2449-AE1DC3998F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101E29-E95C-ACF2-86DA-8327499152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44F5A-C51B-40F7-87FA-44BBF40B156A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FFF5B9-F6DB-92C2-DF52-B06E2B90F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8B7612-0804-6571-3168-E5646727D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8B2A8-068F-4305-BCFF-D791696DD4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81263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151CC62-F072-4CCE-E0D1-E9E768F0F3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152C62-AE79-1891-110A-0BD91FD646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3ED1E7-10A5-7965-9860-88F2B13D8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44F5A-C51B-40F7-87FA-44BBF40B156A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7E1A5B-73D3-D09F-7AA3-9E97A8E47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6A75DF-87C8-D812-9100-508EE04BE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8B2A8-068F-4305-BCFF-D791696DD4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67488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75ED5F-0B0D-7663-A989-7266338BBB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33626B-FC7C-43D4-E4E3-0260961357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419640-640A-7A31-88D8-3F5FF3CA65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444F5A-C51B-40F7-87FA-44BBF40B156A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2582AA-E3E9-4260-EF55-1CBD04D10A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13038A-6EFB-811A-8C7F-2F20FF6520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88B2A8-068F-4305-BCFF-D791696DD4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0014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8BAE1C9-43E8-DC7C-FC73-A3DDD1F1CE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603" y="2599872"/>
            <a:ext cx="9144793" cy="16582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3A81703-9363-BB98-F9A0-C899C91776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603" y="2599872"/>
            <a:ext cx="9144793" cy="165825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C3D7AA4-AC9A-3030-B414-02133C18CE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692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22882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169D6BB-58A3-B35E-58AC-3863B4051E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37761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CA6DD01-3BF0-FA2D-E4DE-F99B0F9658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19984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9F81BEB-9372-7725-2CEC-A44050ADF7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81605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B932A45-8665-FB09-5A7B-5D5CF747D3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33730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890759-2817-6BD6-A874-6B4C4C4346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8323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DEEBC78-36D1-EAEE-F632-8AD47568EA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86544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50B5366-17E5-BB61-BB0C-65BA1A51F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68817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EA970DE-DD95-20CA-8153-1C2C862BAA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38888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6A51F16-92B0-333D-5A95-BDAD19F516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77447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</Words>
  <Application>Microsoft Office PowerPoint</Application>
  <PresentationFormat>Widescreen</PresentationFormat>
  <Paragraphs>1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Gowthami Reddy Sirigireddy</dc:creator>
  <cp:lastModifiedBy>Gowthami Reddy Sirigireddy</cp:lastModifiedBy>
  <cp:revision>1</cp:revision>
  <dcterms:created xsi:type="dcterms:W3CDTF">2026-07-17T18:03:30Z</dcterms:created>
  <dcterms:modified xsi:type="dcterms:W3CDTF">2026-07-17T18:06:28Z</dcterms:modified>
</cp:coreProperties>
</file>