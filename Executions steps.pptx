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7441-8EA4-A9B4-1220-ACD622914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C3448-B34C-0DD2-B738-A21AD132B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30F26-7A46-D24D-EA9D-CD99096D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F1D95-3169-7F69-39AF-4D50E269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F7D9-FC6B-96FD-409F-0A38BB38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35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0C70-AEDD-9B90-D252-9113712D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8EF5-2841-AD16-8FA2-FD91F4436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57D3-BFA3-A281-0391-9F78793A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2CBA9-DB01-13AD-711D-F8AA1F5D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E3AB-3928-747F-AC90-238ADB2C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9DD7-7CA2-6B7C-18FD-78FC8938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3638C-E6DA-11A6-94BA-1CDCCF37B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6788A-E774-4A24-747A-71DD19B6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30E0-AD85-F8EA-436F-5AB81CCC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FA92-7625-1199-81A0-3240EE31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1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5A59-58B1-8268-019F-C736732F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48F7-2FBA-D2B2-66E7-DBCDBE52A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5F80F-DAB1-0C34-6E2D-5284EC6C8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1CB64-33AC-1BCF-123E-D5FD7116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26C8-F59D-67A6-E461-B25CA41F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8C0EF-281C-3C4D-0D6D-168A8898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63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0332-3FDB-493B-B2D4-376A4647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DB50-BB25-B0DE-EE37-56E26B853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919EA-6AAA-F54F-8814-C9D06DDD5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AB14C-6BF3-5BEF-C294-E360DB0EA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50EAB-ECE6-4EEA-C95C-7C1D5E8B9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BDBBF-19B5-25B4-DC59-F53E3BBD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A080E-126A-F5CB-E832-B51ED8B1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D91E0-B7CB-DEFF-1D38-5C9B5709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08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354F-E686-F913-D4EA-6F7DCE7E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D3437-A144-C231-2EDA-DAA262C4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EB670-8468-9CC5-2834-D5417D86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97618-B545-C508-B025-7F10D944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5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313DB-AC63-FFAC-92FC-C088D1B4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01D77-DD7E-E2A8-7291-5FABC4AD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38BE5-916D-7A4A-9CB4-E7445F90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58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8F96-1B4E-CD80-EFE4-7601B0AE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D8A0-3D0F-26C3-4E8A-54A05688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3F289-E8D8-CAD5-34CE-D8755FE10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63D3D-93FE-D206-72AF-27446558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970E8-C3CC-EE17-2BEB-D9EBBC5B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AB2F3-FC3E-CAD1-C4A1-1BB40E92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31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4A71-B404-5BD9-82E7-087B0D9B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3EAE8-3031-0351-62FB-BBDAF75EB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63F49-F5EF-90C6-9561-518B32F13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0119E-24BA-77A8-002D-2A7CBC46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BB1F9-085E-B8F5-391B-22AADF49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E401A-E570-1F44-C58E-B42B8F25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2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2EC9-F4FD-1FA7-20B8-095A03D6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4917C-48CC-737C-83A3-C6E450AC0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5CC7F-5547-B6D1-C3A2-1E1F4ACC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2F27F-A764-F829-BECB-877CAAF3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34214-645B-F6F5-3C29-2DD801CD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6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E7BEE-BB50-6FA6-2CF1-F802B6DB7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63C5A-DFB4-7BCF-6BEB-D6787A3CE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737C-802A-5973-9F8E-136C3A2D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6F75E-89C4-4314-79FA-90CC6A8B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23B6C-EDFF-405A-8C4A-EA622A0A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82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6ABBC-7C3C-4CA2-A455-4277D10A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4011D-1D1F-FA9C-FB39-D1DCD2F24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936A-61D0-4A31-F66B-4512B5BC6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70773-6377-4B0F-87DB-052493668507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9B734-5139-CD37-A3C9-AC763E144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BE1A-2044-D0D1-EEEB-AB96F6438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EBAF5-746C-43C6-9E01-8E1BEE52AE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0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CF072A-7ACD-CF6D-1C71-813EF8B53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0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27633-21EA-DA3C-BA57-6BD88C34C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1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CC102-C821-984D-E439-8CF45276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0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E9F6C-0A2D-13F2-C939-0D30133EF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4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238788-AA64-83F3-AF99-11705F487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1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AEC48-D28D-DE3B-037E-9CA514BFA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8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893C1-E098-A76A-D75E-78F0856F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6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D0DF3-CEC5-F3F9-D1C9-48F7412D7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00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BA2A0-9C21-EFA7-C974-1A30F6F7A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9F9BB-AC32-2A6D-82A7-CAA68455E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2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2F117-0315-2ED9-7B64-51934EA2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11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A74045-51AE-9D7D-0EB2-1CCAEEFA2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80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C4911-BF74-4F55-047E-D6ABC646B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7986"/>
            <a:ext cx="12192000" cy="706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6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E5DB36-A03F-9ED3-AEB1-5D3D995AA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1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BE9E2F-1F84-48B2-D253-A948D51D0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9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645E8-46B3-97A3-7246-9CE7DFDD2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6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0461B3-6315-B776-917F-4BF8B6B87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9265"/>
            <a:ext cx="12192000" cy="748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27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D5A10-6AC1-6AB2-9A5F-D784E3FF8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75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F98408-624A-36EC-181E-8DC1ACC20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5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Somannagari Uma Prashanth Reddy</dc:creator>
  <cp:lastModifiedBy>Somannagari Uma Prashanth Reddy</cp:lastModifiedBy>
  <cp:revision>1</cp:revision>
  <dcterms:created xsi:type="dcterms:W3CDTF">2026-07-14T16:48:40Z</dcterms:created>
  <dcterms:modified xsi:type="dcterms:W3CDTF">2026-07-14T17:11:23Z</dcterms:modified>
</cp:coreProperties>
</file>